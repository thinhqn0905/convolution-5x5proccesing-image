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RGB 5x5 Convolution Engine on FPGA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Architecture, Verification, and Timing Closure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Runtime-programmable 5x5 RGB convolution on streaming input</a:t>
            </a:r>
          </a:p>
          <a:p>
            <a:pPr/>
            <a:r>
              <a:t>AXI-Stream datapath + AXI-Lite kernel control</a:t>
            </a:r>
          </a:p>
          <a:p>
            <a:pPr/>
            <a:r>
              <a:t>Simulation-first signoff before board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Dataflow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828800"/>
            <a:ext cx="201168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AXI-Stream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1828800"/>
            <a:ext cx="201168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line_buffer_4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828800"/>
            <a:ext cx="201168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kernel_loader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1828800"/>
            <a:ext cx="201168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mac_array_25x3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1828800"/>
            <a:ext cx="2011680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AXI-Stream 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3108960"/>
            <a:ext cx="3749039" cy="822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AXI-Lite Control: axi_lite_kernel_ctrl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Numeric and Pipeline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Pixel: RGB888, Coeff: signed 16-bit, Accumulator: signed 48-bit</a:t>
            </a:r>
          </a:p>
          <a:p>
            <a:pPr/>
            <a:r>
              <a:t>Fixed-point normalization: KERNEL_Q = 8</a:t>
            </a:r>
          </a:p>
          <a:p>
            <a:pPr/>
            <a:r>
              <a:t>MAC pipeline staged for timing closure and stable throughput</a:t>
            </a:r>
          </a:p>
          <a:p>
            <a:pPr/>
            <a:r>
              <a:t>Output valid delayed by internal MAC pipeline stages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and Timing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Regression PASS: identity5, gaussian5, sharpen5, emboss5, laplacian5</a:t>
            </a:r>
          </a:p>
          <a:p>
            <a:pPr/>
            <a:r>
              <a:t>Timing clean at 40 MHz (25 ns)</a:t>
            </a:r>
          </a:p>
          <a:p>
            <a:pPr/>
            <a:r>
              <a:t>Stretch points 50/60 MHz still pending closure</a:t>
            </a:r>
          </a:p>
          <a:p>
            <a:pPr/>
            <a:r>
              <a:t>Next gate: AXI backpressure hardening + SAIF confidence uplift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to Final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Gate F hardening: randomized backpressure and interface stress</a:t>
            </a:r>
          </a:p>
          <a:p>
            <a:pPr/>
            <a:r>
              <a:t>Power confidence uplift with realistic SAIF activity</a:t>
            </a:r>
          </a:p>
          <a:p>
            <a:pPr/>
            <a:r>
              <a:t>Reproducible benchmark matrix (resolution x kernel)</a:t>
            </a:r>
          </a:p>
          <a:p>
            <a:pPr/>
            <a:r>
              <a:t>Seminar package: waveform proofs, timing table,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